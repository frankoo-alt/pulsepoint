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in critical medical emergencies, seconds determine whether a patient survives. PulsePoint solves acute healthcare fragmentation by uniting pharmacies, labs, blood banks, and hospital logistics into a single zero-dependency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 percent of avoidable trauma resourcing delays stem from manual inventory coordination. When someone is in hemorrhagic shock, doctors should not be making telephone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PulsePoint balances public accessibility with hospital-grade security. Patients get instant answers without logins, while medical officers operate inside an authenticated, audited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A puts an end to driving from pharmacy to pharmacy. Patients search the active molecule, see exactly who has stock at what price, and lock in a 4-hour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test cancellations often occur because patients did not fast properly. PulsePoint solves this with explicit preparation guidelines and printable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public blood dashboard gives full transparency on regional shortages while masking physical vault locations. Donors can respond immediately to trauma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flagship feature: When a hospital needs blood from another center, our algorithm matches stock, creates a cryptographic token, and tracks cold-chain temperature through all 5 logistics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PulsePoint is 100 percent turnkey. It runs locally, deploys in seconds to the cloud, and is ready for judges to test right now.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47548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69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HEALTHCARE INNOVATION HACKATHON 2026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PulsePoint 🩸🩺</a:t>
            </a:r>
          </a:p>
          <a:p>
            <a:pPr>
              <a:spcAft>
                <a:spcPts val="2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Integrated Healthcare, Pharmacy Stock, Diagnostic Lab Booking &amp; Secure Blood Bank Hub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A unified medical platform connecting local chemist inventories, diagnostic screenings, public blood reserves, and hospital cold-chain logistics.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Eliminates critical trauma delays through real-time dispensary stock lookup, 4-hour medicine holds, and digital medical passes.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Features a cryptographically verified Inter-Facility Blood Transfer Pipeline with end-to-end cold-chain temperature compliance.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 Zero external runtime dependencies — Built with pure web standards and turnkey PostgreSQL relational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Cost of Fragmented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Acute medical logistics are crippled by outdated, disconnected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78308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📞 Manual Telephone Coordination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When Level 1 trauma victims need rare units (like O- or B-), hospitals lose precious hours manually calling neighboring facilities one-by-one to confirm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7830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🏃‍♂️ Pharmacy Counter Run-Around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Patients and caregivers visit 4 to 6 local chemists during crises only to encounter unexpected stockouts on essential antibiotics, cardiac drugs, or insulin.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17830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📋 Diagnostic Booking Friction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Delayed pathology screenings and missing pre-test fasting instructions lead to invalid tests, canceled appointments, and rescheduled procedures.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178308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799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🌡️ Cold-Chain &amp; Privacy Gaps</a:t>
            </a:r>
          </a:p>
          <a:p>
            <a:pPr>
              <a:defRPr sz="1200">
                <a:solidFill>
                  <a:srgbClr val="E2E8F0"/>
                </a:solidFill>
                <a:latin typeface="Segoe UI"/>
              </a:defRPr>
            </a:pPr>
            <a:r>
              <a:t>Blood products require 2°C - 6°C storage. Current inter-hospital couriers lack cryptographic temperature-logged transfer passes, risking cell 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Multi-Tenant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Strict separation of public patient transparency and restricted clinical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👤 Public Patient Portal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Segoe UI"/>
              </a:defRPr>
            </a:pPr>
            <a:r>
              <a:t>Open Access • Zero Friction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Search chemist stocks &amp; generic molecules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Multi-chemist comparative price analysis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4-hour reservation holds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Diagnostic pathology &amp; radiology appointments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Regional blood supply overview 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🩸 Voluntary Donor Network</a:t>
            </a:r>
          </a:p>
          <a:p>
            <a:pPr>
              <a:spcAft>
                <a:spcPts val="12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Clinical Triage &amp; Standby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Eligibility calculator (Age 18-65, weight &gt;= 50kg)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Instant Holographic Digital Donor ID Pass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Protected donor contact encryption (98451*****)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Level 1 trauma emergency alert feed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1-Click 'I Can Donate Now' emergency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🏥 Verified Hospital Admin</a:t>
            </a:r>
          </a:p>
          <a:p>
            <a:pPr>
              <a:spcAft>
                <a:spcPts val="1200"/>
              </a:spcAft>
              <a:defRPr sz="1100">
                <a:solidFill>
                  <a:srgbClr val="10B981"/>
                </a:solidFill>
                <a:latin typeface="Segoe UI"/>
              </a:defRPr>
            </a:pPr>
            <a:r>
              <a:t>Restricted Clinical Operations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Medical passkey authorization (MED-AUTH-9082)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Unmasked cold-chain cryo-tank rack codes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Live sensor probe temperature monitoring (3.8°C)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Inter-facility blood requisition dispatch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5-stage logistics status pipeline stepper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MODULE A: PHARMACY STOCK 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Live Chemist Inventory &amp; Comparative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Empowering patients with live dispensary stock transparency and instant reservation 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217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852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Generic Molecule &amp; Brand Lookup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Real-time search indexing brand names (Augmentin, Lipitor, Ventolin) and active molecules (Amoxicillin, Atorvastatin, Metformin).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Multi-Chemist Comparative Pricing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Side-by-side modal comparing verified retail pricing across Apollo 24x7, Metro Health, and City Care dispensaries to find the most affordable option.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Instant 4-Hour Hold Reservation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Patients lock in medication online before traveling to the counter; generates reference token (MED-RES-XXXXXX) and decrements live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011680"/>
            <a:ext cx="429768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📊 Clinical &amp; Operational Impact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✅  Eliminates Counter Stockouts: Live status flags (In Stock, Low Stock, Out of Stock).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✅  Prescription Clarity: Distinct badges for OTC items vs Rx-required medications.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✅  Batch &amp; Expiry Traceability: Tracks batch numbers and expiration dates for patient safety.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✅  Chemist Manager Mode: Hospital admins can adjust unit prices and add new drug batches on the fly.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MODULE B: DIAGNOSTIC LAB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Clinical Lab Scheduling &amp; Digital Medical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Pathology and radiology appointments with patient preparation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📋 Diagnostic Catalog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Segoe UI"/>
              </a:defRPr>
            </a:pPr>
            <a:r>
              <a:t>6 Comprehensive Panels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Comprehensive Metabolic &amp; Blood Panel (CMP)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High-Resolution Digital Chest X-Ray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Advanced Lipid Profile with Risk Index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Glycated Hemoglobin (HbA1c) Monitor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Thyroid Ultra-Profile (T3, T4, TSH)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Abdominal Ultrasound Screening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⚠️ Preparation Engine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Segoe UI"/>
              </a:defRPr>
            </a:pPr>
            <a:r>
              <a:t>Zero Sample Invalidation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Dynamic pre-test fasting instructions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CMP: 10-hour water fasting notice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Lipid: 12-hour complete fasting warning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Chest X-Ray / HbA1c: No fasting needed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Ultrasound: 1L water hydration guideline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Prevents laboratory sample rejection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747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🎟️ Digital Medical Pass</a:t>
            </a:r>
          </a:p>
          <a:p>
            <a:pPr>
              <a:spcAft>
                <a:spcPts val="1200"/>
              </a:spcAft>
              <a:defRPr sz="1100">
                <a:solidFill>
                  <a:srgbClr val="38BDF8"/>
                </a:solidFill>
                <a:latin typeface="Segoe UI"/>
              </a:defRPr>
            </a:pPr>
            <a:r>
              <a:t>Paperless Clinic Pass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Generates unique token (PP-LAB-XXXXXX)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Interactive 7-day calendar date chips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Morning (fasting) &amp; afternoon slots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Integrated secure digital barcode token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One-click browser print-to-pass support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Patient appointment history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MODULES C &amp; D: BLOOD HUB &amp; DONORS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Regional Blood Supply &amp; Voluntary Donor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Public availability meters paired with clinical voluntary donor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🛡️ Regional Blood Hub &amp; HIPAA Shield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8 Blood Groups Tracked: O+, O-, A+, A-, B+, B-, AB+, AB-.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Shortage Alert Badges: Real-time status (Critical Low, Low Supply, Optimal) with animated supply gauge bars.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Clinical Compatibility Matrix: Standard red blood cell crossmatching criteria for patient transfusions.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HIPAA / GDPR Data Privacy Shield: Sensitive cold-chain cryo-tank rack codes and donor PII are completely redacted on public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5780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🪪 Holographic Donor ID &amp; Trauma Alerts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Clinical Eligibility Triage: Strict validation of donor age (18-65 yrs) and weight (&gt;= 50 kg).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Holographic Digital Donor Pass: Verified donor code (DONOR-US-XXXXX) with emergency standby status.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Protected Contact Vault: Phone numbers are masked (98451*****) to protect donor privacy.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Segoe UI"/>
              </a:defRPr>
            </a:pPr>
            <a:r>
              <a:t>•  Live Trauma Emergency Alerts: Broadcasts Level 1 trauma needs (e.g. St. Jude ER: 2 Units O-) with 1-click 'I Can Donate Now' emergency response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MODULE E: FLAGSHIP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Inter-Facility Blood Transfer &amp; Cold-Chain Stepper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Cryptographically verified logistics pipeline maintaining strict 2°C to 6°C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217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852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5-Stage Logistics Status Pipeline Stepper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Step 1: PENDING_REVIEW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Requisition raised by medical officer with clinical condition &amp; urgency priority.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Step 2: STOCK_MATCHED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Automated stock matching scans regional cold-chain vaults and allocates units.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Step 3: COURIER_DISPATCHED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Cryo-box packaged with calibrated temperature probes and courier dispatched.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Step 4: IN_TRANSIT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Live temperature telemetry monitored en route (e.g. 3.9°C) with ETA countdown.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Step 5: DELIVERED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Shipment safely received and stored in destination hospital blood bank.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011680"/>
            <a:ext cx="429768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🔒 Security &amp; Chain of Custody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Medical Passkey Gatekeeper: Protected by MED-AUTH-9082.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Cryptographic Logistics Token: Generates SHA tracking tokens (e.g. PP-TX-7994-O-NEG-COLD-CHAIN-VERIFIED-9812A).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Cold-Chain Compliance: 2°C to 6°C blood storage verified throughout courier transit.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Physical Freezer Vault Codes: Unmasked codes (CRYOBANK-A / TANK-01) with live + / - inventory steppers.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Pathologist Clearance Stamps: Certified disease-free (HIV, Hep-B, Syphilis) clearance stamps.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PRODUCTION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Architecture &amp; Hosting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Turnkey, zero-dependency deployment ready for immediate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🌐 Pure Web Standards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Vanilla HTML5, CSS3, ES6 JS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Zero npm / build dependencies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Sub-100ms instant load times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Accessible high-contrast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🗄️ PostgreSQL DDL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13 normalized database tables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Custom ENUMs &amp; constraints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Generated availability columns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HIPAA audit log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488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🚀 1-Click Hosting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Pre-configured vercel.json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Pre-configured netlify.toml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GitHub Pages compatible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Zero server 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488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📱 Fully Responsive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Mobile EMS field tablets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Desktop clinical workstations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Print stylesheet (@media print)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Touch-enabled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🚀 Experience PulsePoint Live Now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Local Server: http://localhost:8080  |  Hospital Authorization Passkey: MED-AUTH-9082  |  Interactive Deck: presentation.html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PulsePoint 🩸🩺  |  Healthcare Innovation Hackathon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